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ea1ab734af4224" /><Relationship Type="http://schemas.openxmlformats.org/officeDocument/2006/relationships/extended-properties" Target="/docProps/app.xml" Id="Rce2957fec0924f58" /><Relationship Type="http://schemas.openxmlformats.org/officeDocument/2006/relationships/officeDocument" Target="/ppt/presentation.xml" Id="Re2ad5fb047e741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863acaa474add"/>
  </p:sldMasterIdLst>
  <p:notesMasterIdLst>
    <p:notesMasterId xmlns:r="http://schemas.openxmlformats.org/officeDocument/2006/relationships" r:id="R60c54de1116e4afa"/>
  </p:notesMasterIdLst>
  <p:sldIdLst>
    <p:sldId xmlns:r="http://schemas.openxmlformats.org/officeDocument/2006/relationships" id="256" r:id="R1b597b4b97f44760"/>
    <p:sldId xmlns:r="http://schemas.openxmlformats.org/officeDocument/2006/relationships" id="257" r:id="R24494e7547ca4df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1de66e68db474e" /><Relationship Type="http://schemas.openxmlformats.org/officeDocument/2006/relationships/slideMaster" Target="/ppt/slideMasters/slideMaster1.xml" Id="R75d863acaa474add" /><Relationship Type="http://schemas.openxmlformats.org/officeDocument/2006/relationships/notesMaster" Target="/ppt/notesMasters/notesMaster1.xml" Id="R60c54de1116e4afa" /><Relationship Type="http://schemas.openxmlformats.org/officeDocument/2006/relationships/presProps" Target="/ppt/presProps.xml" Id="R80db7e62b99a44c4" /><Relationship Type="http://schemas.openxmlformats.org/officeDocument/2006/relationships/tableStyles" Target="/ppt/tableStyles.xml" Id="Rdf22f7bc21334e31" /><Relationship Type="http://schemas.openxmlformats.org/officeDocument/2006/relationships/slide" Target="/ppt/slides/slide1.xml" Id="R1b597b4b97f44760" /><Relationship Type="http://schemas.openxmlformats.org/officeDocument/2006/relationships/slide" Target="/ppt/slides/slide2.xml" Id="R24494e7547ca4d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1cb76a96fd4f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666e7706c44ae" /><Relationship Type="http://schemas.openxmlformats.org/officeDocument/2006/relationships/notesMaster" Target="/ppt/notesMasters/notesMaster1.xml" Id="R4987bfee6dc540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2ced77af1548ba" /><Relationship Type="http://schemas.openxmlformats.org/officeDocument/2006/relationships/notesMaster" Target="/ppt/notesMasters/notesMaster1.xml" Id="R621a36071d6645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讲述重点：连续 PBI 评分与二值 PBI 标签都来自当前 Population，并随进度融合。</a:t>
            </a:r>
          </a:p>
          <a:p xmlns:a="http://schemas.openxmlformats.org/drawingml/2006/main">
            <a:r>
              <a:t>融合得分排序后，前 25% 为正组，其余为非正组；关系网络仍使用硬关系标签。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private/HybridPBI_Classification.m</a:t>
            </a:r>
          </a:p>
          <a:p xmlns:a="http://schemas.openxmlformats.org/drawingml/2006/main">
            <a:r>
              <a:t>- private/GetOutput_PBI.m</a:t>
            </a:r>
          </a:p>
          <a:p xmlns:a="http://schemas.openxmlformats.org/drawingml/2006/main">
            <a:r>
              <a:t>- private/GetRelationPairs.m</a:t>
            </a:r>
          </a:p>
          <a:p xmlns:a="http://schemas.openxmlformats.org/drawingml/2006/main">
            <a:r>
              <a:t>- private/DataProcess.m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讲述重点：两种模式共享关系代理和候选池；UniformMix 只仲裁最终候选选择。</a:t>
            </a:r>
          </a:p>
          <a:p xmlns:a="http://schemas.openxmlformats.org/drawingml/2006/main">
            <a:r>
              <a:t>模式选择只检查两个条件：IndicatorModel 是否有效，以及 u&lt;pMix。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REMO_new2_AdaMaO_SDEOnly_UniformMix_Original.m</a:t>
            </a:r>
          </a:p>
          <a:p xmlns:a="http://schemas.openxmlformats.org/drawingml/2006/main">
            <a:r>
              <a:t>- ResolveUniformMixMode.m</a:t>
            </a:r>
          </a:p>
          <a:p xmlns:a="http://schemas.openxmlformats.org/drawingml/2006/main">
            <a:r>
              <a:t>- private/AdaMaOSelection.m</a:t>
            </a:r>
          </a:p>
          <a:p xmlns:a="http://schemas.openxmlformats.org/drawingml/2006/main">
            <a:r>
              <a:t>- private/CreateSDECandidateModeStream.m</a:t>
            </a:r>
          </a:p>
          <a:p xmlns:a="http://schemas.openxmlformats.org/drawingml/2006/main">
            <a:r>
              <a:t>- private/calFitness_SDE.m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fee0313fc43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166bf7eed54746" /><Relationship Type="http://schemas.openxmlformats.org/officeDocument/2006/relationships/slideLayout" Target="/ppt/slideLayouts/slideLayout1.xml" Id="R22ed6e5ee73b42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d6e5ee73b42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64a7ad20941e0" /><Relationship Type="http://schemas.openxmlformats.org/officeDocument/2006/relationships/image" Target="/ppt/media/image.png" Id="R3df4fed196f147f5" /><Relationship Type="http://schemas.openxmlformats.org/officeDocument/2006/relationships/notesSlide" Target="/ppt/notesSlides/notesSlide1.xml" Id="R3dae40e87c9a41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b192b928b44ae" /><Relationship Type="http://schemas.openxmlformats.org/officeDocument/2006/relationships/image" Target="/ppt/media/image2.png" Id="R427328162db44c1d" /><Relationship Type="http://schemas.openxmlformats.org/officeDocument/2006/relationships/notesSlide" Target="/ppt/notesSlides/notesSlide2.xml" Id="Rf93febb66b7d43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4fed196f147f5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3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328162db44c1d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49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2026-08-12T02:34:10.8210000Z</dcterms:created>
  <dcterms:modified xsi:type="dcterms:W3CDTF">2026-08-12T02:34:10.8210000Z</dcterms:modified>
</coreProperties>
</file>